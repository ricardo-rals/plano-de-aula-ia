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19"/>
    <p:sldId id="269" r:id="rId20"/>
    <p:sldId id="270" r:id="rId21"/>
    <p:sldId id="271" r:id="rId22"/>
    <p:sldId id="272" r:id="rId23"/>
    <p:sldId id="273" r:id="rId24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657600" cy="3657600"/>
          </a:xfrm>
          <a:prstGeom prst="ellipse">
            <a:avLst/>
          </a:prstGeom>
          <a:solidFill>
            <a:srgbClr val="6C63FF">
              <a:alpha val="20000"/>
            </a:srgbClr>
          </a:solidFill>
          <a:ln w="12700">
            <a:solidFill>
              <a:srgbClr val="6C63FF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4ECDC4">
              <a:alpha val="20000"/>
            </a:srgbClr>
          </a:solidFill>
          <a:ln w="12700">
            <a:solidFill>
              <a:srgbClr val="4ECDC4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2560320" cy="329184"/>
          </a:xfrm>
          <a:prstGeom prst="rect">
            <a:avLst>
              <a:gd name="adj" fmla="val 50000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IA NA EDUCAÇÃO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à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Generativa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3154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Aplicações Práticas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1828800" cy="45720"/>
          </a:xfrm>
          <a:prstGeom prst="rect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8862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estudantes de 8 a 20 anos  •  Ensino Fundamental, Médio e além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0" y="914400"/>
            <a:ext cx="2286000" cy="2926080"/>
          </a:xfrm>
          <a:prstGeom prst="rect">
            <a:avLst/>
          </a:prstGeom>
          <a:solidFill>
            <a:srgbClr val="6C63FF">
              <a:alpha val="50000"/>
            </a:srgbClr>
          </a:solidFill>
          <a:ln w="12700">
            <a:solidFill>
              <a:srgbClr val="6C63FF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914400"/>
            <a:ext cx="2286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🤖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54864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[Assistido por IA]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Inteligência Artificial?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1005840"/>
          </a:xfrm>
          <a:prstGeom prst="rect">
            <a:avLst/>
          </a:prstGeom>
          <a:solidFill>
            <a:srgbClr val="6C63FF">
              <a:alpha val="12000"/>
            </a:srgbClr>
          </a:solidFill>
          <a:ln w="12700">
            <a:solidFill>
              <a:srgbClr val="6C63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"IA é a capacidade de máquinas aprenderem com dados, reconhecerem padrões e tomarem decisões de forma similar à inteligência humana."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25603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C63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80160" y="2286000"/>
            <a:ext cx="914400" cy="914400"/>
          </a:xfrm>
          <a:prstGeom prst="ellipse">
            <a:avLst/>
          </a:prstGeom>
          <a:solidFill>
            <a:srgbClr val="6C63FF">
              <a:alpha val="85000"/>
            </a:srgbClr>
          </a:solidFill>
          <a:ln w="12700">
            <a:solidFill>
              <a:srgbClr val="6C63FF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👁️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Percepção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 imagens,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 e texto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2148840"/>
            <a:ext cx="25603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C63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0" y="2286000"/>
            <a:ext cx="914400" cy="914400"/>
          </a:xfrm>
          <a:prstGeom prst="ellipse">
            <a:avLst/>
          </a:prstGeom>
          <a:solidFill>
            <a:srgbClr val="6C63FF">
              <a:alpha val="85000"/>
            </a:srgbClr>
          </a:solidFill>
          <a:ln w="12700">
            <a:solidFill>
              <a:srgbClr val="6C63FF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291840" y="3337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Raciocínio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37033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 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 dados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2148840"/>
            <a:ext cx="25603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C63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49440" y="2286000"/>
            <a:ext cx="914400" cy="914400"/>
          </a:xfrm>
          <a:prstGeom prst="ellipse">
            <a:avLst/>
          </a:prstGeom>
          <a:solidFill>
            <a:srgbClr val="6C63FF">
              <a:alpha val="85000"/>
            </a:srgbClr>
          </a:solidFill>
          <a:ln w="12700">
            <a:solidFill>
              <a:srgbClr val="6C63FF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126480" y="3337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26480" y="37033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decisões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gera respostas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48463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[Assistido por IA]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4ECDC4">
              <a:alpha val="12000"/>
            </a:srgbClr>
          </a:solidFill>
          <a:ln w="12700">
            <a:solidFill>
              <a:srgbClr val="4ECDC4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ela consegue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560320" cy="1097280"/>
          </a:xfrm>
          <a:prstGeom prst="rect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0116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Textos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91840" y="2011680"/>
            <a:ext cx="2560320" cy="1097280"/>
          </a:xfrm>
          <a:prstGeom prst="rect">
            <a:avLst/>
          </a:prstGeom>
          <a:solidFill>
            <a:srgbClr val="FF6B6B">
              <a:alpha val="25000"/>
            </a:srgbClr>
          </a:solidFill>
          <a:ln w="12700">
            <a:solidFill>
              <a:srgbClr val="FF6B6B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20116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Imagens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26480" y="2011680"/>
            <a:ext cx="2560320" cy="1097280"/>
          </a:xfrm>
          <a:prstGeom prst="rect">
            <a:avLst/>
          </a:prstGeom>
          <a:solidFill>
            <a:srgbClr val="4ECDC4">
              <a:alpha val="25000"/>
            </a:srgbClr>
          </a:solidFill>
          <a:ln w="12700">
            <a:solidFill>
              <a:srgbClr val="4ECDC4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20116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 Músicas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2560320" cy="1097280"/>
          </a:xfrm>
          <a:prstGeom prst="rect">
            <a:avLst/>
          </a:prstGeom>
          <a:solidFill>
            <a:srgbClr val="FFE66D">
              <a:alpha val="25000"/>
            </a:srgbClr>
          </a:solidFill>
          <a:ln w="12700">
            <a:solidFill>
              <a:srgbClr val="FFE66D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3375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Códigos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91840" y="3337560"/>
            <a:ext cx="2560320" cy="1097280"/>
          </a:xfrm>
          <a:prstGeom prst="rect">
            <a:avLst/>
          </a:prstGeom>
          <a:solidFill>
            <a:srgbClr val="FF9F43">
              <a:alpha val="25000"/>
            </a:srgbClr>
          </a:solidFill>
          <a:ln w="12700">
            <a:solidFill>
              <a:srgbClr val="FF9F43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91840" y="33375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Vídeos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26480" y="3337560"/>
            <a:ext cx="2560320" cy="1097280"/>
          </a:xfrm>
          <a:prstGeom prst="rect">
            <a:avLst/>
          </a:prstGeom>
          <a:solidFill>
            <a:srgbClr val="A29BFE">
              <a:alpha val="25000"/>
            </a:srgbClr>
          </a:solidFill>
          <a:ln w="12700">
            <a:solidFill>
              <a:srgbClr val="A29BFE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33375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Voz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0" y="48463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[Assistido por IA]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IA Generativa funciona?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828800" cy="3474720"/>
          </a:xfrm>
          <a:prstGeom prst="rect">
            <a:avLst/>
          </a:prstGeom>
          <a:solidFill>
            <a:srgbClr val="6C63FF">
              <a:alpha val="15000"/>
            </a:srgbClr>
          </a:solidFill>
          <a:ln w="12700">
            <a:solidFill>
              <a:srgbClr val="6C63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143000"/>
            <a:ext cx="914400" cy="91440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143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lê milhões de textos,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 e exemplos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40280" y="2240280"/>
            <a:ext cx="18288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1005840"/>
            <a:ext cx="1828800" cy="3474720"/>
          </a:xfrm>
          <a:prstGeom prst="rect">
            <a:avLst/>
          </a:prstGeom>
          <a:solidFill>
            <a:srgbClr val="4ECDC4">
              <a:alpha val="15000"/>
            </a:srgbClr>
          </a:solidFill>
          <a:ln w="12700">
            <a:solidFill>
              <a:srgbClr val="4ECDC4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26080" y="1143000"/>
            <a:ext cx="914400" cy="914400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1143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68880" y="21945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Padrões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29718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descobre padrões 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relações nos dados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43400" y="2240280"/>
            <a:ext cx="18288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005840"/>
            <a:ext cx="1828800" cy="3474720"/>
          </a:xfrm>
          <a:prstGeom prst="rect">
            <a:avLst/>
          </a:prstGeom>
          <a:solidFill>
            <a:srgbClr val="FF6B6B">
              <a:alpha val="15000"/>
            </a:srgbClr>
          </a:solidFill>
          <a:ln w="12700">
            <a:solidFill>
              <a:srgbClr val="FF6B6B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0" y="1143000"/>
            <a:ext cx="914400" cy="91440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143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572000" y="21945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faz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Pergunta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0" y="29718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 um prompt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(instrução ou pedido)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46520" y="2240280"/>
            <a:ext cx="18288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0" y="1005840"/>
            <a:ext cx="1828800" cy="3474720"/>
          </a:xfrm>
          <a:prstGeom prst="rect">
            <a:avLst/>
          </a:prstGeom>
          <a:solidFill>
            <a:srgbClr val="FF9F43">
              <a:alpha val="15000"/>
            </a:srgbClr>
          </a:solidFill>
          <a:ln w="12700">
            <a:solidFill>
              <a:srgbClr val="FF9F43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32320" y="1143000"/>
            <a:ext cx="914400" cy="914400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1143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675120" y="21945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gera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Resposta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75120" y="29718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conteúdo novo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no que aprendeu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solidFill>
            <a:srgbClr val="FFE66D">
              <a:alpha val="70000"/>
            </a:srgbClr>
          </a:solidFill>
          <a:ln w="12700">
            <a:solidFill>
              <a:srgbClr val="FFE66D">
                <a:alpha val="7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Analogia: É como estudar muitos livros e depois escrever uma redação com o que aprendeu!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3657600" cy="3657600"/>
          </a:xfrm>
          <a:prstGeom prst="ellipse">
            <a:avLst/>
          </a:prstGeom>
          <a:solidFill>
            <a:srgbClr val="6C63FF">
              <a:alpha val="10000"/>
            </a:srgbClr>
          </a:solidFill>
          <a:ln w="12700">
            <a:solidFill>
              <a:srgbClr val="6C63FF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E66D"/>
                </a:solidFill>
              </a:rPr>
              <a:t>FERRAMENTAS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que você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usar agora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874520"/>
            <a:ext cx="2651760" cy="13258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4ECDC4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874520"/>
            <a:ext cx="73152" cy="132588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65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3774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Conversar, escrever textos,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tira-dúvidas, programar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874520"/>
            <a:ext cx="2651760" cy="13258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6C63FF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874520"/>
            <a:ext cx="73152" cy="132588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965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23774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Perguntas, análise de imagens,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 inteligentes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874520"/>
            <a:ext cx="2651760" cy="13258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4FC3F7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874520"/>
            <a:ext cx="73152" cy="13258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965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23774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no Word,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 e buscas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383280"/>
            <a:ext cx="2651760" cy="13258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6B6B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383280"/>
            <a:ext cx="73152" cy="13258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474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DALL-E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8862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imagens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descrições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3383280"/>
            <a:ext cx="2651760" cy="13258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A29BFE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3383280"/>
            <a:ext cx="73152" cy="1325880"/>
          </a:xfrm>
          <a:prstGeom prst="rect">
            <a:avLst/>
          </a:prstGeom>
          <a:solidFill>
            <a:srgbClr val="A29BFE"/>
          </a:solidFill>
          <a:ln w="12700">
            <a:solidFill>
              <a:srgbClr val="A29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3474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Suno / Udio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29000" y="38862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de músicas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IA generativa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3383280"/>
            <a:ext cx="2651760" cy="13258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9F43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3383280"/>
            <a:ext cx="73152" cy="132588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3474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/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Invideo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55080" y="38862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e edição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vídeos com IA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0" y="48463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[Assistido por IA]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no seu Dia a Dia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840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914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80160" y="1097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do Instagram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5087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 de rosto com IA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960120"/>
            <a:ext cx="3840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960120"/>
            <a:ext cx="914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🎮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0" y="1097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0" y="15087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NPCs que reagem ao seu jeito de jogar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3840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2286000"/>
            <a:ext cx="914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🎵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280160" y="2423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/ YouTube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28346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 personalizadas de músicas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2286000"/>
            <a:ext cx="3840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0" y="2286000"/>
            <a:ext cx="914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486400" y="2423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no Google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28346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inteligentes com IA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611880"/>
            <a:ext cx="3840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3611880"/>
            <a:ext cx="914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📧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280160" y="3749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/ WhatsApp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41605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 automática e sugestões de texto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3611880"/>
            <a:ext cx="3840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0" y="3611880"/>
            <a:ext cx="914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🗺️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486400" y="3749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/ Maps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0" y="41605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 e previsão de trânsito em tempo real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FFE66D">
              <a:alpha val="8000"/>
            </a:srgbClr>
          </a:solidFill>
          <a:ln w="12700">
            <a:solidFill>
              <a:srgbClr val="FFE66D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E66D"/>
                </a:solidFill>
              </a:rPr>
              <a:t>ESTUDOS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usar IA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estudar melhor?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365760" cy="365760"/>
          </a:xfrm>
          <a:prstGeom prst="ellipse">
            <a:avLst/>
          </a:prstGeom>
          <a:solidFill>
            <a:srgbClr val="FFE66D">
              <a:alpha val="70000"/>
            </a:srgbClr>
          </a:solidFill>
          <a:ln w="12700">
            <a:solidFill>
              <a:srgbClr val="FFE66D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920240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conceitos difíceis com linguagem simples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459736"/>
            <a:ext cx="365760" cy="365760"/>
          </a:xfrm>
          <a:prstGeom prst="ellipse">
            <a:avLst/>
          </a:prstGeom>
          <a:solidFill>
            <a:srgbClr val="FFE66D">
              <a:alpha val="70000"/>
            </a:srgbClr>
          </a:solidFill>
          <a:ln w="12700">
            <a:solidFill>
              <a:srgbClr val="FFE66D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597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✏️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41401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resumos de textos longos em segundos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953512"/>
            <a:ext cx="365760" cy="365760"/>
          </a:xfrm>
          <a:prstGeom prst="ellipse">
            <a:avLst/>
          </a:prstGeom>
          <a:solidFill>
            <a:srgbClr val="FFE66D">
              <a:alpha val="70000"/>
            </a:srgbClr>
          </a:solidFill>
          <a:ln w="12700">
            <a:solidFill>
              <a:srgbClr val="FFE66D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53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907792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exercícios e simulados para praticar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47288"/>
            <a:ext cx="365760" cy="365760"/>
          </a:xfrm>
          <a:prstGeom prst="ellipse">
            <a:avLst/>
          </a:prstGeom>
          <a:solidFill>
            <a:srgbClr val="FFE66D">
              <a:alpha val="70000"/>
            </a:srgbClr>
          </a:solidFill>
          <a:ln w="12700">
            <a:solidFill>
              <a:srgbClr val="FFE66D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472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🌎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401568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Traduzir textos e ajudar a aprender idiomas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941064"/>
            <a:ext cx="365760" cy="365760"/>
          </a:xfrm>
          <a:prstGeom prst="ellipse">
            <a:avLst/>
          </a:prstGeom>
          <a:solidFill>
            <a:srgbClr val="FFE66D">
              <a:alpha val="70000"/>
            </a:srgbClr>
          </a:solidFill>
          <a:ln w="12700">
            <a:solidFill>
              <a:srgbClr val="FFE66D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9410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895344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Apoiar projetos criativos com ideias e inspiração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434840"/>
            <a:ext cx="365760" cy="365760"/>
          </a:xfrm>
          <a:prstGeom prst="ellipse">
            <a:avLst/>
          </a:prstGeom>
          <a:solidFill>
            <a:srgbClr val="FFE66D">
              <a:alpha val="70000"/>
            </a:srgbClr>
          </a:solidFill>
          <a:ln w="12700">
            <a:solidFill>
              <a:srgbClr val="FFE66D">
                <a:alpha val="7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🔬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4389120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Pesquisar e organizar informações para trabalhos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48463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[Assistido por IA]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e Segurança no uso da 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41148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✅  PODE e DEVE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3931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4ECDC4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173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Verificar sempre as informações geradas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167128"/>
            <a:ext cx="3931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4ECDC4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16712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Usar IA para aprender e se desenvolver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916936"/>
            <a:ext cx="3931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4ECDC4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916936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Dar crédito quando usar IA em trabalhos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666744"/>
            <a:ext cx="3931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4ECDC4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666744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Proteger seus dados pessoais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914400"/>
            <a:ext cx="3931920" cy="4114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9144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⛔  EVITE ou NÃO FAÇA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1417320"/>
            <a:ext cx="3931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6B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14173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Entregar trabalhos da IA como se fosse seu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167128"/>
            <a:ext cx="3931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6B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216712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Compartilhar informações pessoais com IA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916936"/>
            <a:ext cx="3931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6B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2916936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Acreditar em tudo que a IA produz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666744"/>
            <a:ext cx="3931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6B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3666744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Usar para criar conteúdo falso (fake news)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4ECDC4">
              <a:alpha val="10000"/>
            </a:srgbClr>
          </a:solidFill>
          <a:ln w="12700">
            <a:solidFill>
              <a:srgbClr val="4ECDC4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ECDC4"/>
                </a:solidFill>
              </a:rPr>
              <a:t>PERSONALIZAÇÃO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Adaptado para cada fase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651760" cy="33832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4ECDC4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2651760" cy="502920"/>
          </a:xfrm>
          <a:prstGeom prst="rect">
            <a:avLst/>
          </a:prstGeom>
          <a:solidFill>
            <a:srgbClr val="4ECDC4">
              <a:alpha val="80000"/>
            </a:srgbClr>
          </a:solidFill>
          <a:ln w="12700">
            <a:solidFill>
              <a:srgbClr val="4ECDC4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🧒  8–11 anos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(Fundamental I/II)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Filtros de câmera = IA?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743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Brincadeira com chatbot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3832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Criar história com 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4023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Desenhos com DALL-E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1463040"/>
            <a:ext cx="2651760" cy="33832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6C63FF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463040"/>
            <a:ext cx="2651760" cy="502920"/>
          </a:xfrm>
          <a:prstGeom prst="rect">
            <a:avLst/>
          </a:prstGeom>
          <a:solidFill>
            <a:srgbClr val="6C63FF">
              <a:alpha val="80000"/>
            </a:srgbClr>
          </a:solidFill>
          <a:ln w="12700">
            <a:solidFill>
              <a:srgbClr val="6C63FF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463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👦  12–15 anos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(Fundamental II/Médio)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21031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Resumos e revisões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2743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Tradução de textos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33832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Prompt engineering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29000" y="4023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Debater ética da IA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1463040"/>
            <a:ext cx="2651760" cy="33832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6B6B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463040"/>
            <a:ext cx="2651760" cy="502920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463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👩‍💻  16–20 anos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(Médio/Superior)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21031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APIs e automações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2743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IA no mercado de trabalho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55080" y="33832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Projetos com LangChain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55080" y="4023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Privacidade e LGPD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0" y="48463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[Assistido por IA]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Atividade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E66D"/>
                </a:solidFill>
              </a:rPr>
              <a:t>Desafio: "Crie com IA" — tempo: 20 minutos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502920" cy="50292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5544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uma ferramenta: ChatGPT, Gemini ou DALL-E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502920" cy="502920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33172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prompt criativo (pergunta, história ou pedido de imagem)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502920" cy="5029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310896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Analise a resposta: é precisa? Faz sentido? É original?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502920" cy="502920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88620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Melhore o prompt e compare os resultados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FFE66D">
              <a:alpha val="70000"/>
            </a:srgbClr>
          </a:solidFill>
          <a:ln w="12700">
            <a:solidFill>
              <a:srgbClr val="FFE66D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Discussão: O que surpreendeu você? O que a IA errou? O que ela acertou?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5486400" cy="5486400"/>
          </a:xfrm>
          <a:prstGeom prst="ellipse">
            <a:avLst/>
          </a:prstGeom>
          <a:solidFill>
            <a:srgbClr val="6C63FF">
              <a:alpha val="12000"/>
            </a:srgbClr>
          </a:solidFill>
          <a:ln w="12700">
            <a:solidFill>
              <a:srgbClr val="6C63FF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C63FF"/>
                </a:solidFill>
              </a:rPr>
              <a:t>REFLEXÃO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para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pensar juntos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658368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6C63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82880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 A IA vai substituir os professores? Por quê?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8229600" cy="658368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6C63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60604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 Como sabemos se uma informação da IA é verdadeira?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8229600" cy="658368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6C63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338328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Quais habilidades humanas a IA ainda não consegue reproduzir?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160520"/>
            <a:ext cx="8229600" cy="658368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6C63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416052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O que acontece com os dados que compartilhamos com a IA?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914400"/>
            <a:ext cx="6400800" cy="6400800"/>
          </a:xfrm>
          <a:prstGeom prst="ellipse">
            <a:avLst/>
          </a:prstGeom>
          <a:solidFill>
            <a:srgbClr val="4ECDC4">
              <a:alpha val="8000"/>
            </a:srgbClr>
          </a:solidFill>
          <a:ln w="12700">
            <a:solidFill>
              <a:srgbClr val="4ECDC4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1828800"/>
            <a:ext cx="3657600" cy="3657600"/>
          </a:xfrm>
          <a:prstGeom prst="ellipse">
            <a:avLst/>
          </a:prstGeom>
          <a:solidFill>
            <a:srgbClr val="6C63FF">
              <a:alpha val="12000"/>
            </a:srgbClr>
          </a:solidFill>
          <a:ln w="12700">
            <a:solidFill>
              <a:srgbClr val="6C63FF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2743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🚀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está pronto para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navegar na era da IA!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8046720" cy="53035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4ECDC4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926080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IA é uma ferramenta poderosa — use com responsabilidade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547872"/>
            <a:ext cx="8046720" cy="53035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4ECDC4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547872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Criatividade + IA = possibilidades infinitas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169664"/>
            <a:ext cx="8046720" cy="53035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4ECDC4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169664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Você é o diretor — a IA é o assistente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Projeto-Plano-Aula-IA  •  [Assistido por IA]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6C63FF">
              <a:alpha val="10000"/>
            </a:srgbClr>
          </a:solidFill>
          <a:ln w="12700">
            <a:solidFill>
              <a:srgbClr val="6C63FF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E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7607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não é nova —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veja como ela cresceu!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8229600" cy="7315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420624" cy="42062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777240" cy="777240"/>
          </a:xfrm>
          <a:prstGeom prst="rect">
            <a:avLst/>
          </a:prstGeom>
          <a:solidFill>
            <a:srgbClr val="4ECDC4">
              <a:alpha val="80000"/>
            </a:srgbClr>
          </a:solidFill>
          <a:ln w="12700">
            <a:solidFill>
              <a:srgbClr val="4ECDC4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0116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🧮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82880" y="2880360"/>
            <a:ext cx="1188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propõe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'Jogo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Imitação'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87168" y="1572768"/>
            <a:ext cx="420624" cy="420624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1097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0" y="2011680"/>
            <a:ext cx="777240" cy="777240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286000" y="20116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♟️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103120" y="2880360"/>
            <a:ext cx="1188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Blue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campeão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xadrez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07408" y="1572768"/>
            <a:ext cx="420624" cy="420624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1097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06240" y="2011680"/>
            <a:ext cx="777240" cy="777240"/>
          </a:xfrm>
          <a:prstGeom prst="rect">
            <a:avLst/>
          </a:prstGeom>
          <a:solidFill>
            <a:srgbClr val="FF9F43">
              <a:alpha val="80000"/>
            </a:srgbClr>
          </a:solidFill>
          <a:ln w="12700">
            <a:solidFill>
              <a:srgbClr val="FF9F43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206240" y="20116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🎤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023360" y="2880360"/>
            <a:ext cx="1188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 — 1ª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voz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iPhone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44768" y="1572768"/>
            <a:ext cx="420624" cy="420624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1097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0" y="2011680"/>
            <a:ext cx="777240" cy="777240"/>
          </a:xfrm>
          <a:prstGeom prst="rect">
            <a:avLst/>
          </a:prstGeom>
          <a:solidFill>
            <a:srgbClr val="6C63FF">
              <a:alpha val="80000"/>
            </a:srgbClr>
          </a:solidFill>
          <a:ln w="12700">
            <a:solidFill>
              <a:srgbClr val="6C63FF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0" y="20116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🎮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760720" y="2880360"/>
            <a:ext cx="1188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AlphaGo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jogo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699248" y="1572768"/>
            <a:ext cx="420624" cy="420624"/>
          </a:xfrm>
          <a:prstGeom prst="ellips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0" y="1097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E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498080" y="2011680"/>
            <a:ext cx="777240" cy="777240"/>
          </a:xfrm>
          <a:prstGeom prst="rect">
            <a:avLst/>
          </a:prstGeom>
          <a:solidFill>
            <a:srgbClr val="FFE66D">
              <a:alpha val="80000"/>
            </a:srgbClr>
          </a:solidFill>
          <a:ln w="12700">
            <a:solidFill>
              <a:srgbClr val="FFE66D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498080" y="20116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7315200" y="2880360"/>
            <a:ext cx="1188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lançado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mundo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480560"/>
            <a:ext cx="822960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6C63FF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48056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E você está aprendendo IA agora — no melhor momento da história!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58000" y="489204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[Assistido por IA]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IA 'pensa'? — A analogia da cozinha 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828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C63FF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182880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📚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4871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Dados de Treinamento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907792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estuda milhões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(como um livro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receitas gigante)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49424" y="2331720"/>
            <a:ext cx="164592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960120"/>
            <a:ext cx="1828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ECDC4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960120"/>
            <a:ext cx="18288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0972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🧠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468880" y="2103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COZINHEIRO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68880" y="24871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Modelo de IA (LLM)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68880" y="2907792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processa 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e aprende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e combinações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52544" y="2331720"/>
            <a:ext cx="164592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960120"/>
            <a:ext cx="1828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6B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960120"/>
            <a:ext cx="18288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10972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🍕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4572000" y="2103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0" y="24871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Seu Prompt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2907792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envia uma instrução: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'Quero uma pizza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4 queijos!'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55664" y="2331720"/>
            <a:ext cx="164592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0" y="960120"/>
            <a:ext cx="1828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9F43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675120" y="960120"/>
            <a:ext cx="1828800" cy="54864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10972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✨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6675120" y="2103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PRONTA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75120" y="24871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Resposta da IA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75120" y="2907792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cria algo novo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em tudo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aprendeu antes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4ECDC4">
              <a:alpha val="20000"/>
            </a:srgbClr>
          </a:solidFill>
          <a:ln w="1270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6634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 IA não pensa como você — ela encontra padrões estatísticos. Ela não entende o significado, apenas as relações entre palavras.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"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1828800"/>
            <a:ext cx="3657600" cy="3657600"/>
          </a:xfrm>
          <a:prstGeom prst="ellipse">
            <a:avLst/>
          </a:prstGeom>
          <a:solidFill>
            <a:srgbClr val="4ECDC4">
              <a:alpha val="12000"/>
            </a:srgbClr>
          </a:solidFill>
          <a:ln w="12700">
            <a:solidFill>
              <a:srgbClr val="4ECDC4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ECDC4"/>
                </a:solidFill>
              </a:rPr>
              <a:t>TÉCNICO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7607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Neurais —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cérebro da IA!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508760" y="1943100"/>
            <a:ext cx="1691640" cy="-36576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1943100"/>
            <a:ext cx="1691640" cy="45720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08760" y="1943100"/>
            <a:ext cx="1691640" cy="118872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1943100"/>
            <a:ext cx="1691640" cy="192024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08760" y="2766060"/>
            <a:ext cx="1691640" cy="-118872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08760" y="2766060"/>
            <a:ext cx="1691640" cy="-36576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08760" y="2766060"/>
            <a:ext cx="1691640" cy="36576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08760" y="2766060"/>
            <a:ext cx="1691640" cy="109728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08760" y="3589020"/>
            <a:ext cx="1691640" cy="-201168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08760" y="3589020"/>
            <a:ext cx="1691640" cy="-118872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08760" y="3589020"/>
            <a:ext cx="1691640" cy="-45720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08760" y="3589020"/>
            <a:ext cx="1691640" cy="27432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11880" y="1577340"/>
            <a:ext cx="1691640" cy="45720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11880" y="1577340"/>
            <a:ext cx="1691640" cy="137160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11880" y="1577340"/>
            <a:ext cx="1691640" cy="228600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11880" y="2400300"/>
            <a:ext cx="1691640" cy="-36576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11880" y="2400300"/>
            <a:ext cx="1691640" cy="54864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11880" y="2400300"/>
            <a:ext cx="1691640" cy="146304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11880" y="3131820"/>
            <a:ext cx="1691640" cy="-109728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11880" y="3131820"/>
            <a:ext cx="1691640" cy="-18288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11880" y="3131820"/>
            <a:ext cx="1691640" cy="73152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11880" y="3863340"/>
            <a:ext cx="1691640" cy="-182880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11880" y="3863340"/>
            <a:ext cx="1691640" cy="-91440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11880" y="3863340"/>
            <a:ext cx="1691640" cy="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97280" y="1737360"/>
            <a:ext cx="411480" cy="411480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97280" y="2560320"/>
            <a:ext cx="411480" cy="411480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97280" y="3383280"/>
            <a:ext cx="411480" cy="411480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0" y="1371600"/>
            <a:ext cx="411480" cy="41148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0" y="2194560"/>
            <a:ext cx="411480" cy="41148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0" y="2926080"/>
            <a:ext cx="411480" cy="41148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0" y="3657600"/>
            <a:ext cx="411480" cy="41148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303520" y="1828800"/>
            <a:ext cx="411480" cy="41148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303520" y="2743200"/>
            <a:ext cx="411480" cy="41148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303520" y="3657600"/>
            <a:ext cx="411480" cy="41148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48640" y="41148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43200" y="41148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IA 'pensa'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analisa)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29200" y="41148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resposta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você)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00800" y="1371600"/>
            <a:ext cx="2468880" cy="32918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6C63FF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49224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Em termos simples: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492240" y="1920240"/>
            <a:ext cx="274320" cy="274320"/>
          </a:xfrm>
          <a:prstGeom prst="ellips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0" y="18745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Inspirada no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cérebro humano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92240" y="2606040"/>
            <a:ext cx="274320" cy="274320"/>
          </a:xfrm>
          <a:prstGeom prst="ellips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58000" y="25603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Milhões 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'neurônios' digitais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492240" y="3291840"/>
            <a:ext cx="274320" cy="274320"/>
          </a:xfrm>
          <a:prstGeom prst="ellips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58000" y="3246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 passa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adiante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492240" y="3977640"/>
            <a:ext cx="274320" cy="274320"/>
          </a:xfrm>
          <a:prstGeom prst="ellips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58000" y="39319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Juntos, formam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'inteligência'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858000" y="489204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[Assistido por IA]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escrever um bom Prompt? ✍️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9144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Fórmula Mágica do Prompt: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0" y="9144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[QUEM VOCÊ É]  +  [O QUE QUER]  +  [PARA QUEM]  +  [COMO QUER]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1920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C63FF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828800"/>
            <a:ext cx="822960" cy="822960"/>
          </a:xfrm>
          <a:prstGeom prst="ellipse">
            <a:avLst/>
          </a:prstGeom>
          <a:solidFill>
            <a:srgbClr val="6C63FF">
              <a:alpha val="85000"/>
            </a:srgbClr>
          </a:solidFill>
          <a:ln w="12700">
            <a:solidFill>
              <a:srgbClr val="6C63FF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65760" y="2743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VOCÊ É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1546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"Você é um professor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ciências divertido"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68880" y="1737360"/>
            <a:ext cx="1920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ECDC4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17520" y="1828800"/>
            <a:ext cx="822960" cy="822960"/>
          </a:xfrm>
          <a:prstGeom prst="ellipse">
            <a:avLst/>
          </a:prstGeom>
          <a:solidFill>
            <a:srgbClr val="4ECDC4">
              <a:alpha val="85000"/>
            </a:srgbClr>
          </a:solidFill>
          <a:ln w="12700">
            <a:solidFill>
              <a:srgbClr val="4ECDC4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468880" y="2743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QUER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68880" y="31546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"Explique como funciona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solar"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1737360"/>
            <a:ext cx="1920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6B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20640" y="1828800"/>
            <a:ext cx="822960" cy="822960"/>
          </a:xfrm>
          <a:prstGeom prst="ellipse">
            <a:avLst/>
          </a:prstGeom>
          <a:solidFill>
            <a:srgbClr val="FF6B6B">
              <a:alpha val="85000"/>
            </a:srgbClr>
          </a:solidFill>
          <a:ln w="12700">
            <a:solidFill>
              <a:srgbClr val="FF6B6B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👧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572000" y="2743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31546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"para uma criança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9 anos"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75120" y="1737360"/>
            <a:ext cx="1920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9F43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223760" y="1828800"/>
            <a:ext cx="822960" cy="822960"/>
          </a:xfrm>
          <a:prstGeom prst="ellipse">
            <a:avLst/>
          </a:prstGeom>
          <a:solidFill>
            <a:srgbClr val="FF9F43">
              <a:alpha val="85000"/>
            </a:srgbClr>
          </a:solidFill>
          <a:ln w="12700">
            <a:solidFill>
              <a:srgbClr val="FF9F43">
                <a:alpha val="8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675120" y="2743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QUER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75120" y="31546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"usando analogias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no máximo 5 frases"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solidFill>
            <a:srgbClr val="EEF2FF"/>
          </a:solidFill>
          <a:ln w="12700">
            <a:solidFill>
              <a:srgbClr val="6C63FF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1605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Prompt completo: 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651760" y="4160520"/>
            <a:ext cx="6126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"Você é um professor de ciências divertido. Explique o sistema solar para uma criança de 9 anos, usando analogias e no máximo 5 frases."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"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457200"/>
            <a:ext cx="4572000" cy="4572000"/>
          </a:xfrm>
          <a:prstGeom prst="ellipse">
            <a:avLst/>
          </a:prstGeom>
          <a:solidFill>
            <a:srgbClr val="FF9F43">
              <a:alpha val="10000"/>
            </a:srgbClr>
          </a:solidFill>
          <a:ln w="12700">
            <a:solidFill>
              <a:srgbClr val="FF9F43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F43"/>
                </a:solidFill>
              </a:rPr>
              <a:t>TÉCNICO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7607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IA —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uma tem um superpoder!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2651760" cy="15087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6C63FF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45920"/>
            <a:ext cx="64008" cy="150876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373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IA de Linguagem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(LLM)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e escreve textos,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perguntas 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 com você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7889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ChatGPT, Gemini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645920"/>
            <a:ext cx="2651760" cy="15087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6B6B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645920"/>
            <a:ext cx="64008" cy="15087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7373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IA de Imagem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21945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e reconhece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 a partir 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descricoes em texto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29000" y="27889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DALL-E, Midjourney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645920"/>
            <a:ext cx="2651760" cy="15087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4ECDC4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645920"/>
            <a:ext cx="64008" cy="150876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7373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 IA de Recomendacao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21945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seus gostos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sugere conteudos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personalizados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55080" y="27889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Spotify, Netflix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337560"/>
            <a:ext cx="2651760" cy="15087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E66D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337560"/>
            <a:ext cx="64008" cy="1508760"/>
          </a:xfrm>
          <a:prstGeom prst="rect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4290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IA de Voz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8862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 e gera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 humana com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muita precisao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44805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E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Siri, Alexa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3337560"/>
            <a:ext cx="2651760" cy="15087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9F43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3337560"/>
            <a:ext cx="64008" cy="150876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34290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 IA de Visão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29000" y="38862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Enxerga e entende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 e videos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tempo real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29000" y="44805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Face ID, carros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3337560"/>
            <a:ext cx="2651760" cy="15087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6D6A0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3337560"/>
            <a:ext cx="64008" cy="15087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34290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IA de Jogo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55080" y="38862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a jogar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derrota campeoes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mundiais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55080" y="44805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AlphaGo, DeepBlue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8000" y="489204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[Assistido por IA]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6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 o Futuro — E a minha profissão? 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51760" cy="3977640"/>
          </a:xfrm>
          <a:prstGeom prst="rect">
            <a:avLst/>
          </a:prstGeom>
          <a:solidFill>
            <a:srgbClr val="FFF0F0"/>
          </a:solidFill>
          <a:ln w="12700">
            <a:solidFill>
              <a:srgbClr val="FF6B6B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651760" cy="5943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O que vai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92608" cy="29260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64208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repetitivas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serão automatizadas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292608" cy="29260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41448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Diagnósticos médicos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rápidos com IA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292608" cy="29260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218688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Professores usarão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personalizar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995928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Carros autônomos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mudarão o transporte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960120"/>
            <a:ext cx="2651760" cy="3977640"/>
          </a:xfrm>
          <a:prstGeom prst="rect">
            <a:avLst/>
          </a:prstGeom>
          <a:solidFill>
            <a:srgbClr val="E8FFF6"/>
          </a:solidFill>
          <a:ln w="12700">
            <a:solidFill>
              <a:srgbClr val="06D6A0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960120"/>
            <a:ext cx="2651760" cy="5943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9601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Profissões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74720" y="1737360"/>
            <a:ext cx="292608" cy="29260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0" y="1664208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Engenheiro 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(Prompt Eng.)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0" y="2514600"/>
            <a:ext cx="292608" cy="29260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2441448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em IA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74720" y="3291840"/>
            <a:ext cx="292608" cy="29260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0" y="3218688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com IA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74720" y="4069080"/>
            <a:ext cx="292608" cy="29260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0" y="3995928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Treinador 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IA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960120"/>
            <a:ext cx="2651760" cy="3977640"/>
          </a:xfrm>
          <a:prstGeom prst="rect">
            <a:avLst/>
          </a:prstGeom>
          <a:solidFill>
            <a:srgbClr val="EEF2FF"/>
          </a:solidFill>
          <a:ln w="12700">
            <a:solidFill>
              <a:srgbClr val="6C63FF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960120"/>
            <a:ext cx="2651760" cy="59436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9601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Habilidades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0" y="1737360"/>
            <a:ext cx="292608" cy="29260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1664208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Criatividade 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critico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0" y="2514600"/>
            <a:ext cx="292608" cy="29260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2441448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trabalhar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IA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0" y="3291840"/>
            <a:ext cx="292608" cy="29260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0" y="3218688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Comunicacao 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empatia humana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0" y="4069080"/>
            <a:ext cx="292608" cy="29260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3995928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Aprendizagem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6634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E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 IA não vai substituir pessoas — vai substituir pessoas que não sabem usar IA!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à IA Generativa</dc:title>
  <dc:subject>PptxGenJS Presentation</dc:subject>
  <dc:creator>Projeto IA na Educação</dc:creator>
  <cp:lastModifiedBy>Projeto IA na Educação</cp:lastModifiedBy>
  <cp:revision>1</cp:revision>
  <dcterms:created xsi:type="dcterms:W3CDTF">2026-03-06T00:22:20Z</dcterms:created>
  <dcterms:modified xsi:type="dcterms:W3CDTF">2026-03-06T00:22:20Z</dcterms:modified>
</cp:coreProperties>
</file>